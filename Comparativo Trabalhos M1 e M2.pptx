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B723ED-36A7-DFA0-AC6A-2C0909643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BD0B99-A5FC-A968-B03C-5937F69B76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FEB051-6F28-2DC3-5266-8179329A3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A3112-33D0-44E8-912D-22BE45BD57DE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13B7CA-52EE-2E63-AB85-88CA01732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46B015-F599-05B8-1A96-285A103E5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339FD-0333-4DBE-87FA-0187DD2AD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293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857EB9-522F-9E31-C990-52B9DAFC3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257D4C-2A66-8DC0-2DBC-E9AFB177A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E906B7-B375-1AB3-018B-5561F47FE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A3112-33D0-44E8-912D-22BE45BD57DE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47FAFC-2521-D924-0754-5B0BE6C51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6E6DA2-DF24-90C6-E6DF-84ADB4AE8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339FD-0333-4DBE-87FA-0187DD2AD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0464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4239CD-DB5E-83F7-E87E-B98F55A0E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B7BAC5-945F-12D8-354D-9D7842B8D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6BE3E8-3D4A-BFDE-4CD4-92EFE3241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A3112-33D0-44E8-912D-22BE45BD57DE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5953F9-677E-6F93-E5B4-11278B50D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45A50A-985D-9159-1199-778425898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339FD-0333-4DBE-87FA-0187DD2AD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669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5FBFC8-5CB6-F627-68A2-E38697EB0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B4FB5B-3108-2D7C-6F32-D51E83B2DB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4717C52-B862-9047-8157-9EE7AF242E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7A91C2B-7532-CFFF-FC7F-60743C8D4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A3112-33D0-44E8-912D-22BE45BD57DE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586B42-2BAB-4E93-C472-E3CDFEFC9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EF148A-3A16-7060-B210-CBAA611A8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339FD-0333-4DBE-87FA-0187DD2AD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5037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0FE57-6CB3-42FE-C769-8541F9828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644D3C2-305E-B491-6625-852D74F7A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9E3D46F-E043-2DFE-D93E-E38A440D1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7D132F9-FFA2-5B3E-4866-AB7204C38D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FD7E4F7-61A5-4CFD-D35F-BFB69C8D85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8FFE751-675E-EDC0-D0FF-9C795D766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A3112-33D0-44E8-912D-22BE45BD57DE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970F994-0FD8-D9E5-6C9A-A07DC210A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52C6BC0-DA65-28B0-E948-BA4B74E10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339FD-0333-4DBE-87FA-0187DD2AD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8146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A55B6B-B6F8-6689-29C3-62BB82CBB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0051DC5-978D-3BF7-5761-37FE1CC65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A3112-33D0-44E8-912D-22BE45BD57DE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E6C0AC8-FB9E-EDF2-6526-A0DC0EF9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3DFD4DD-00E7-38B3-830C-1608703EE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339FD-0333-4DBE-87FA-0187DD2AD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0898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D7E9446-AB1C-EB74-3419-E68665298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A3112-33D0-44E8-912D-22BE45BD57DE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AAE5C6F-12A8-4558-A3D5-6F56DB674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E832E40-1479-9CDD-80BC-F0D9AD7D2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339FD-0333-4DBE-87FA-0187DD2AD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487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297384-427B-6EF1-752F-E11B02366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790BB9-EB9A-A391-71C1-7264C6A35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09AB3D-B8A4-2EF3-4E70-671C47336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BD06C66-8ED5-7975-5106-8CC8359C4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A3112-33D0-44E8-912D-22BE45BD57DE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9A6144-6805-9092-9A5D-906F84A17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90F2EE-3CE1-FB29-D2A7-51C5FAC3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339FD-0333-4DBE-87FA-0187DD2AD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1925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6C22C9-9F24-8C02-493E-DAF4A9F1E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92F38A1-2BCC-7EEE-9ED8-69425C37BD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2014A5E-AA76-4BE2-4177-D0CF0DB1C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78FB97-9D94-828C-34AD-3316216F2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A3112-33D0-44E8-912D-22BE45BD57DE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B2BB2A-27F9-83D1-BEB0-74F53CAB3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F13B02-F9EB-2D43-1418-493A2CE4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339FD-0333-4DBE-87FA-0187DD2AD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3202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FC8B4-16F5-7DF6-85FF-730037DDD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DC0F53-37C5-1C58-D0DE-8E9A16215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379573-B2C0-55D7-38BB-AF3BF9526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A3112-33D0-44E8-912D-22BE45BD57DE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5D3878-2150-29BE-B6AD-076A4DB9A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5F4148-3D2F-BA75-13C8-6BD386CB8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339FD-0333-4DBE-87FA-0187DD2AD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7033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0CF61AF-A822-95C2-CB36-D29A4B9AB2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10B576F-47EB-7FF5-C2F1-3A99C78B3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056659-6099-0E30-59B8-18AA19E7F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A3112-33D0-44E8-912D-22BE45BD57DE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1A75D2-F5FA-69FA-4110-4B5B54C98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09BC6F-C154-FF9B-A169-5DD074099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339FD-0333-4DBE-87FA-0187DD2AD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5456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99C0CC2-5FD9-5019-F20F-CC89A8EF0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87C1E3-089A-9176-A98E-5E1D08CB2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AAF573-2C01-34C0-3246-0B5627555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7A3112-33D0-44E8-912D-22BE45BD57DE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964ABE-E589-2729-57FA-651DB3EBF6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D8705E-23A0-9E99-48D8-F8707C070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1339FD-0333-4DBE-87FA-0187DD2AD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71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B7F4CB4-0AB5-B3C6-1F6F-9F9B698BEE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736"/>
          <a:stretch>
            <a:fillRect/>
          </a:stretch>
        </p:blipFill>
        <p:spPr>
          <a:xfrm>
            <a:off x="4977319" y="140677"/>
            <a:ext cx="7214681" cy="6576646"/>
          </a:xfrm>
          <a:prstGeom prst="rect">
            <a:avLst/>
          </a:prstGeom>
        </p:spPr>
      </p:pic>
      <p:pic>
        <p:nvPicPr>
          <p:cNvPr id="5" name="image1.png">
            <a:extLst>
              <a:ext uri="{FF2B5EF4-FFF2-40B4-BE49-F238E27FC236}">
                <a16:creationId xmlns:a16="http://schemas.microsoft.com/office/drawing/2014/main" id="{89557F98-D96F-DBC7-E093-E847C9E1110C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0" y="1293460"/>
            <a:ext cx="5730875" cy="5564540"/>
          </a:xfrm>
          <a:prstGeom prst="rect">
            <a:avLst/>
          </a:prstGeom>
          <a:ln/>
        </p:spPr>
      </p:pic>
      <p:pic>
        <p:nvPicPr>
          <p:cNvPr id="4" name="image6.png">
            <a:extLst>
              <a:ext uri="{FF2B5EF4-FFF2-40B4-BE49-F238E27FC236}">
                <a16:creationId xmlns:a16="http://schemas.microsoft.com/office/drawing/2014/main" id="{16BC4C9A-D836-13D3-60AF-1522355EA3C2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5730875" cy="47371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880972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579BF228-7E9D-9279-844D-8D1D277782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89"/>
          <a:stretch>
            <a:fillRect/>
          </a:stretch>
        </p:blipFill>
        <p:spPr>
          <a:xfrm>
            <a:off x="5655166" y="371167"/>
            <a:ext cx="6536834" cy="6115665"/>
          </a:xfrm>
          <a:prstGeom prst="rect">
            <a:avLst/>
          </a:prstGeom>
        </p:spPr>
      </p:pic>
      <p:pic>
        <p:nvPicPr>
          <p:cNvPr id="5" name="image8.png">
            <a:extLst>
              <a:ext uri="{FF2B5EF4-FFF2-40B4-BE49-F238E27FC236}">
                <a16:creationId xmlns:a16="http://schemas.microsoft.com/office/drawing/2014/main" id="{790375C0-8B6C-CDE4-4B37-859C9B8F35E9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-1" y="1436914"/>
            <a:ext cx="5820699" cy="5421085"/>
          </a:xfrm>
          <a:prstGeom prst="rect">
            <a:avLst/>
          </a:prstGeom>
          <a:ln/>
        </p:spPr>
      </p:pic>
      <p:pic>
        <p:nvPicPr>
          <p:cNvPr id="4" name="image7.png">
            <a:extLst>
              <a:ext uri="{FF2B5EF4-FFF2-40B4-BE49-F238E27FC236}">
                <a16:creationId xmlns:a16="http://schemas.microsoft.com/office/drawing/2014/main" id="{7FFB0C75-CD5E-D04A-EE3D-43C3AE18D9C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5820698" cy="469258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566549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6F7258E1-2673-2E23-12BB-AFEC22475C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63"/>
          <a:stretch>
            <a:fillRect/>
          </a:stretch>
        </p:blipFill>
        <p:spPr>
          <a:xfrm>
            <a:off x="5790902" y="117987"/>
            <a:ext cx="6401098" cy="6740013"/>
          </a:xfrm>
          <a:prstGeom prst="rect">
            <a:avLst/>
          </a:prstGeom>
        </p:spPr>
      </p:pic>
      <p:pic>
        <p:nvPicPr>
          <p:cNvPr id="7" name="image8.png">
            <a:extLst>
              <a:ext uri="{FF2B5EF4-FFF2-40B4-BE49-F238E27FC236}">
                <a16:creationId xmlns:a16="http://schemas.microsoft.com/office/drawing/2014/main" id="{14874B9B-AB69-050B-F145-ACCA0FAEEA1C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-1" y="1436914"/>
            <a:ext cx="6008915" cy="5421086"/>
          </a:xfrm>
          <a:prstGeom prst="rect">
            <a:avLst/>
          </a:prstGeom>
          <a:ln/>
        </p:spPr>
      </p:pic>
      <p:pic>
        <p:nvPicPr>
          <p:cNvPr id="6" name="image4.png">
            <a:extLst>
              <a:ext uri="{FF2B5EF4-FFF2-40B4-BE49-F238E27FC236}">
                <a16:creationId xmlns:a16="http://schemas.microsoft.com/office/drawing/2014/main" id="{FE76A9FF-FB29-6195-678E-DB1BDD7A2E47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6096000" cy="482320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2164723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Cassiano Ricardo</dc:creator>
  <cp:lastModifiedBy>Cassiano Ricardo</cp:lastModifiedBy>
  <cp:revision>1</cp:revision>
  <dcterms:created xsi:type="dcterms:W3CDTF">2026-05-08T23:32:08Z</dcterms:created>
  <dcterms:modified xsi:type="dcterms:W3CDTF">2026-05-08T23:38:28Z</dcterms:modified>
</cp:coreProperties>
</file>